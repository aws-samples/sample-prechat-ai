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900"/>
                </a:solidFill>
              </a:defRPr>
            </a:pPr>
            <a:r>
              <a:t>PreChat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기반 사전 상담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시스템 어드민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Amazon Bedrock AgentCore  ·  Strands SDK  ·  AWS SAM  ·  React + Cloudscape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</a:defRPr>
            </a:pPr>
            <a:r>
              <a:t>Confidential — For System Administrators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9900"/>
                </a:solidFill>
              </a:defRPr>
            </a:pPr>
            <a: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280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시스템 어드민의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7556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755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배포 아키텍처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311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311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사전 준비사항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066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066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Step 1 — 지식 베이스(Knowledge Base)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821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1821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Step 2 — 에이전트 계층 배포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57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Step 3 — 백엔드 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133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330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Step 4 — 프론트엔드 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0857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6085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전체 배포 (One-Shot)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0840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0840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PreChat 시스템 내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559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5595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월간 예상 비용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01  시스템 어드민의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시스템 어드민은 PreChat 플랫폼의 전체 인프라를 배포하고 운영하는 핵심 역할입니다.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🧠 지식 베이스 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Amazon Bedrock Knowledge Bases 개설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고객 사례 / 기술 문서 인덱싱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에이전트 계층과 통합 (KB ID 주입)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🤖 에이전트 계층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Strands SDK 기반 3종 에이전트 배포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AgentCore Runtime에 컨테이너 배포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SSM Parameter Store에 ARN 등록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⚙️ 백엔드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Python Lambda + API Gateway 배포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DynamoDB 테이블 프로비저닝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Cognito User Pool 설정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AWS SAM으로 IaC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🌐 프론트엔드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React SPA 빌드 및 S3 업로드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CloudFront CDN 연결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환경 변수 (.env) 자동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시스템 내 구성:  에이전트 추가  →  캠페인 추가  →  UI 커스터마이징  →  운영 시작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02  배포 아키텍처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PreChat은 3개의 독립적인 배포 단위로 구성됩니다. 배포 순서가 중요합니다.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</a:defRPr>
            </a:pPr>
            <a:r>
              <a:t>① 지식 베이스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Bedrock KB</a:t>
            </a:r>
            <a:br/>
            <a:r>
              <a:t>(AWS Console)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S3 데이터 소스 연결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문서 인덱싱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KB ID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900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3BB"/>
                </a:solidFill>
              </a:defRPr>
            </a:pPr>
            <a:r>
              <a:t>② 에이전트 계층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AgentCore Runtime</a:t>
            </a:r>
            <a:br/>
            <a:r>
              <a:t>(deploy-agents.sh)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3종 에이전트 빌드/배포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SSM에 ARN 등록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KB ID 환경변수 주입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900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73736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③ 백엔드 + 프론트엔드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SAM + S3/CloudFront</a:t>
            </a:r>
            <a:br/>
            <a:r>
              <a:t>(deploy-full.sh)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8346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SSM에서 ARN resolve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Lambda + API GW 배포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React SPA 빌드/배포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SSM Parameter Store — 에이전트 ARN 연동 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999999"/>
                </a:solidFill>
              </a:defRPr>
            </a:pPr>
            <a:r>
              <a:t>/prechat/{stage}/agents/consultation/runtime-arn    →  상담 에이전트 ARN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999999"/>
                </a:solidFill>
              </a:defRPr>
            </a:pPr>
            <a:r>
              <a:t>/prechat/{stage}/agents/analysis/runtime-arn          →  분석 에이전트 ARN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999999"/>
                </a:solidFill>
              </a:defRPr>
            </a:pPr>
            <a:r>
              <a:t>/prechat/{stage}/agents/planning/runtime-arn          →  플래닝 에이전트 ARN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999999"/>
                </a:solidFill>
              </a:defRPr>
            </a:pPr>
            <a:r>
              <a:t>/prechat/{stage}/agents/bedrock-kb-id                     →  Knowledge Base 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03  사전 준비사항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2120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🛠️ 필수 도구 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AWS CLI v2 — aws configure로 프로파일 설정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SAM CLI v1 — sam --version 확인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Node.js 20.18+ — nvm use 20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Yarn 1.22+ — npm install -g yarn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Python 3.13 — Lambda 런타임과 동일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Docker — AgentCore 에이전트 빌드용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pip install bedrock-agentcore-starter-toolkit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🔑 AWS 권한 요구사항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IAM: Lambda, API Gateway, DynamoDB 관리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Bedrock: 모델 접근 및 AgentCore 관리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Cognito: User Pool 생성/관리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S3 + CloudFront: 정적 웹사이트 배포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SSM Parameter Store: 읽기/쓰기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KMS: 암호화 키 관리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ECR: 에이전트 컨테이너 이미지 푸시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📁 소스 코드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git clone &lt;repository-url&gt;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cd sample-prechat-ai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yarn install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chmod +x deploy-full.sh deploy-website.sh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chmod +x packages/strands-agents/deploy-agents.sh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🌏 리전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인프라 리전: ap-northeast-2 (서울)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Bedrock 리전: ap-northeast-2 (서울 OK)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AgentCore 리전: ap-northeast-2 (서울 OK)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Cross-Region 모델: global.anthropic.* 접두사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04  Step 1 — 지식 베이스(Knowledge Base)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고객 사례와 기술 문서를 인덱싱하면, 상담 에이전트와 플래닝 에이전트가 유사 사례를 검색하여</a:t>
            </a:r>
            <a:br/>
            <a:r>
              <a:t>고객과의 대화를 풍부하게 구성할 수 있습니다. 에이전트 배포 시 KB ID가 환경변수로 주입됩니다.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</a:defRPr>
            </a:pPr>
            <a:r>
              <a:t>📋 AWS 콘솔에서 Knowledge Base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1. AWS 콘솔 → Amazon Bedrock → Knowledge Bases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2. 'Create knowledge base' 클릭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3. 이름 입력 (예: prechat-customer-cases)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4. Data source: Amazon S3 선택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5. S3 버킷에 문서 업로드 (PDF, TXT, MD 등)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6. Embedding model: Amazon Titan Embeddings V2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7. Vector store: Amazon OpenSearch Serverless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8. 'Create' → 인덱싱 완료 대기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9. KB ID 복사 (예: ABCDEFGHIJ)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⚠️ KB ID는 에이전트 배포 시 필요합니다.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deploy-agents.sh의 4번째 파라미터로 전달됩니다.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</a:defRPr>
            </a:pPr>
            <a:r>
              <a:t>📄 권장 인덱싱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고객 성공 사례 (Case Study)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기술 솔루션 아키텍처 문서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FAQ 및 기술 가이드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파트너 협업 사례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3BB"/>
                </a:solidFill>
              </a:defRPr>
            </a:pPr>
            <a:r>
              <a:t>🔗 KB를 사용하는 에이전트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34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상담 에이전트 (Consultation)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→ 고객이 유사 사례를 물으면 retrieve 도구로 검색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플래닝 에이전트 (Planning)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→ 미팅 플랜 생성 시 유사 사례 자동 검색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분석 에이전트 (Analysis)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→ KB 미사용 (대화 내용만 분석)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05  Step 2 — 에이전트 계층 배포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Strands SDK로 구성된 3종 에이전트를 Bedrock AgentCore Runtime에 배포합니다.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💻 배포 명령어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cd packages/strands-agents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./deploy-agents.sh &lt;AWS_PROFILE&gt; &lt;STAGE&gt; &lt;REGION&gt; &lt;BEDROCK_KB_ID&gt;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예시 (프로덕션, 서울 리전, KB ID 포함)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./deploy-agents.sh prechat prod ap-northeast-2 ABCDEFGHIJ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3BB"/>
                </a:solidFill>
              </a:defRPr>
            </a:pPr>
            <a:r>
              <a:t>💬 상담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이름: prechatConsultationAgent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메모리: STM_ONLY (30일)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도구: retrieve, render_form, current_time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KB: 유사 고객사례 검색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Div Return: HTML Form 응답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29184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</a:defRPr>
            </a:pPr>
            <a:r>
              <a:t>📊 분석 에이전트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794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이름: prechatAnalysisAgent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메모리: NO_MEMORY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도구: 없음 (프롬프트 기반)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KB: 미사용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출력: BANT 구조화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329184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</a:defRPr>
            </a:pPr>
            <a:r>
              <a:t>📋 플래닝 에이전트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3794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이름: prechatPlanningAgent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메모리: NO_MEMORY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도구: retrieve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KB: 유사 사례 검색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출력: 미팅 플랜 구조화 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📌 산출물: 배포된 AgentCore Runtime ARN이 SSM Parameter Store에 자동 등록됩니다.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06  Step 3 — 백엔드 배포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AWS SAM을 사용하여 Lambda 함수, API Gateway, DynamoDB 등 서버리스 인프라를 배포합니다.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💻 배포 명령어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SAM 빌드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sam build --profile prechat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SAM 배포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sam deploy \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--profile prechat \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--region ap-northeast-2 \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--stack-name mte-prechat \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--resolve-s3 \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--capabilities CAPABILITY_NAMED_IAM \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--parameter-overrides "Stage=prod BedrockRegion=ap-northeast-2"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3BB"/>
                </a:solidFill>
              </a:defRPr>
            </a:pPr>
            <a:r>
              <a:t>📦 배포되는 리소스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Lambda 함수 (도메인별 분리)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Session / Campaign / Admin / Auth / Agent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Trigger / File / Stream / WebSocket / Meeting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API Gateway (REST API)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DynamoDB 테이블 3개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SessionsTable / MessagesTable / CampaignsTable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Cognito User Pool + Client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S3 버킷 (웹사이트 + 파일 업로드)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CloudFront Distribution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VPC + Private Subnets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KMS 암호화 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⚙️ 주요 파라미터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Stage: dev | prod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BedrockRegion: ap-northeast-2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AllowedEmailDomains: 가입 허용 이메일 도메인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LambdaConcurrencyLimit: Lambda 동시 실행 수 (기본 10)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SlackWebhookUrls: 트리거 알림용 (선택)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</a:defRPr>
            </a:pPr>
            <a:r>
              <a:t>📌 산출물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177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CloudFormation 출력값 확인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aws cloudformation describe-stacks \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--stack-name mte-prechat \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--query 'Stacks[0].Outputs'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주요 출력: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ApiUrl → API Gateway 엔드포인트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WebsiteURL → CloudFront URL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WebsiteBucket → S3 버킷 이름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UserPoolId → Cognito User Pool 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07  Step 4 — 프론트엔드 배포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React SPA를 빌드하여 S3에 업로드하고 CloudFront 캐시를 무효화합니다.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💻 배포 명령어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웹사이트만 재배포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./deploy-website.sh prod prechat ap-northeast-2 mte-prechat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파라미터 순서: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  $1: STAGE (dev | prod)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  $2: AWS_PROFILE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  $3: REGION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  $4: STACK_NAME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3BB"/>
                </a:solidFill>
              </a:defRPr>
            </a:pPr>
            <a:r>
              <a:t>🔄 배포 프로세스 (자동)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1. packages/web-app 빌드 (yarn build)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2. CloudFormation에서 S3 버킷명 조회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3. dist/ → S3 동기화 (--delete)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정적 파일: max-age=31536000 (1년)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HTML 파일: must-revalidate (캐시 없음)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4. CloudFront 캐시 무효화 (/*)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5. 배포 완료 URL 출력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📝 환경 변수 자동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deploy-full.sh 또는 update-env-vars.sh 실행 시 .env.production이 자동 생성됩니다: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VITE_API_URL=https://&lt;api-gw-id&gt;.execute-api.ap-northeast-2.amazonaws.com/prod/api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VITE_REGION=ap-northeast-2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VITE_USER_POOL_ID=ap-northeast-2_XXXXXXXXX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VITE_USER_POOL_CLIENT_ID=XXXXXXXXXXXXXXXXXXXXXXXXXX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⚠️ 웹사이트만 재배포할 때는 먼저 update-env-vars.sh를 실행하여 환경 변수를 최신화하세요.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08  전체 배포 (One-Shot)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deploy-full.sh 하나로 에이전트 → 백엔드 → 프론트엔드를 순차적으로 배포합니다.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💻 전체 배포 명령어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./deploy-full.sh &lt;AWS_PROFILE&gt; &lt;STAGE&gt; &lt;REGION&gt; &lt;BEDROCK_REGION&gt; &lt;STACK_NAME&gt; &lt;BEDROCK_KB_ID&gt;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프로덕션 배포 예시 (서울 리전, KB ID 포함)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./deploy-full.sh prechat prod ap-northeast-2 ap-northeast-2 mte-prechat UIISYMJP1F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# KB 없이 배포 (KB ID 생략)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./deploy-full.sh prechat prod ap-northeast-2 ap-northeast-2 mte-prechat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1783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19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Strands Agents</a:t>
            </a:r>
            <a:br/>
            <a:r>
              <a:t>배포 + SSM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062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3749039"/>
            <a:ext cx="1783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38404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99999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160519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yarn install</a:t>
            </a:r>
            <a:br/>
            <a:r>
              <a:t>의존성 설치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2062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749039"/>
            <a:ext cx="1783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404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3BB"/>
                </a:solidFill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19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sam build</a:t>
            </a:r>
            <a:br/>
            <a:r>
              <a:t>Lambda 빌드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19" y="3749039"/>
            <a:ext cx="1783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8404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3BB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160519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sam deploy</a:t>
            </a:r>
            <a:br/>
            <a:r>
              <a:t>인프라 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2062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749039"/>
            <a:ext cx="1783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900"/>
                </a:solidFill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160519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update-env-vars</a:t>
            </a:r>
            <a:br/>
            <a:r>
              <a:t>환경변수 갱신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2062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3749039"/>
            <a:ext cx="1783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38404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</a:defRPr>
            </a:pPr>
            <a:r>
              <a:t>Step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4160519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deploy-website</a:t>
            </a:r>
            <a:br/>
            <a:r>
              <a:t>SPA 빌드/배포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📋 파라미터 레퍼런스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999999"/>
                </a:solidFill>
              </a:defRPr>
            </a:pPr>
            <a:r>
              <a:t>$1 AWS_PROFILE   기본값: default        AWS CLI 프로파일명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999999"/>
                </a:solidFill>
              </a:defRPr>
            </a:pPr>
            <a:r>
              <a:t>$2 STAGE              기본값: dev              배포 환경 (dev | prod)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999999"/>
                </a:solidFill>
              </a:defRPr>
            </a:pPr>
            <a:r>
              <a:t>$3 REGION             기본값: ap-northeast-2  인프라 배포 리전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999999"/>
                </a:solidFill>
              </a:defRPr>
            </a:pPr>
            <a:r>
              <a:t>$4 BEDROCK_REGION  기본값: $REGION        Bedrock 모델 리전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999999"/>
                </a:solidFill>
              </a:defRPr>
            </a:pPr>
            <a:r>
              <a:t>$5 STACK_NAME      기본값: mte-prechat   CloudFormation 스택 이름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999999"/>
                </a:solidFill>
              </a:defRPr>
            </a:pPr>
            <a:r>
              <a:t>$6 BEDROCK_KB_ID   기본값: (없음)           Knowledge Base 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09  PreChat 시스템 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배포 완료 후, Admin Dashboard에서 에이전트·캠페인·UI를 구성합니다.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3BB"/>
                </a:solidFill>
              </a:defRPr>
            </a:pPr>
            <a:r>
              <a:t>🤖 에이전트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Admin → Agent 관리 메뉴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① 상담 에이전트 (Consultation)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고객과 대화를 진행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system_prompt 커스터마이징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모델 선택 (Claude 등)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② 분석 에이전트 (Analysis)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세션 종료 후 BANT 요약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자동 호출 (비동기)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③ 플래닝 에이전트 (Planning)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미팅 플랜 자동 생성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KB 기반 유사 사례 검색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📢 캠페인 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Admin → Campaign 관리 메뉴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캠페인 생성 시 설정: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캠페인 이름 / 설명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캠페인 코드 (예: TECH2026)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연결할 에이전트 선택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활성 기간 설정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캠페인 코드로 고객 접근: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https://&lt;domain&gt;/?code=TECH2026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세션 생성 및 PIN 발급: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고객별 개별 세션 관리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메트릭 자동 집계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🎨 UI 커스터마이징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574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Admin → Customization 메뉴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브랜딩 설정: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로고 이미지 업로드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파비콘 설정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브랜드 컬러 (Primary/Secondary)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회사명 표시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콘텐츠 설정: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환영 메시지 커스터마이징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개인정보 처리방침 URL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- 이용약관 URL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파트너 특색에 맞게 구성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</a:defRPr>
            </a:pPr>
            <a:r>
              <a:t>💡 구성 순서:  에이전트 등록  →  캠페인 생성 (에이전트 연결)  →  UI 커스터마이징  →  고객에게 캠페인 코드 전달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</a:defRPr>
            </a:pPr>
            <a:r>
              <a:t>10  월간 예상 비용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서울 리전(ap-northeast-2) 기준, 월 500 세션 / 세션당 평균 10회 대화 가정. Bedrock 모델 호출(토큰) 비용은 사용량에 따라 크게 변동되므로 +α로 별도 산정합니다.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698480" cy="384048"/>
          </a:xfrm>
          <a:prstGeom prst="round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구성 / 사양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36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월 예상 비용 (USD)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0698480" cy="34747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Bedrock AgentCore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385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3개 에이전트 × 상시 가동 | 컨테이너 기반 과금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385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$50 ~ $100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698480" cy="347472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0428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AWS Lambda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0428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~70개 함수, 도메인별 분리 | 월 50,000 호출 × 평균 3초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3042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$15 ~ $30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51760"/>
            <a:ext cx="10698480" cy="34747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004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Amazon DynamoDB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7004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3 테이블 (On-Demand) | KMS 암호화 포함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700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$10 ~ $25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10698480" cy="347472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3580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Amazon API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03580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REST API, 월 50,000 요청 | 캐싱 비활성화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358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$5 ~ $15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383280"/>
            <a:ext cx="10698480" cy="34747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0156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Amazon S3 + CloudFront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40156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정적 웹사이트 + 파일 저장 | CDN 전송 월 10GB 기준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4015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$3 ~ $8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49040"/>
            <a:ext cx="10698480" cy="347472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76732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Amazon Cognito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7673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User Pool, 월 50 MAU 이하 | 무료 티어 범위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7673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$0 (무료 티어)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114800"/>
            <a:ext cx="10698480" cy="34747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13308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VPC + NAT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13308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 AZ, NAT Gateway 1개 | 시간당 과금 + 데이터 처리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1330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$35 ~ $50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480560"/>
            <a:ext cx="10698480" cy="347472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9884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Bedrock Knowledge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49884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OpenSearch Serverless (2 OCU) | S3 데이터 소스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4988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$350 ~ $700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846320"/>
            <a:ext cx="10698480" cy="34747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6460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기타 (KMS, CloudWatch 등)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86460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KMS 키 1개 + 로그 저장 | SSM Parameter Store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8646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$5 ~ $15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266944"/>
            <a:ext cx="10698480" cy="384048"/>
          </a:xfrm>
          <a:prstGeom prst="round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303520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인프라 소계 (Bedrock 토큰 비용 제외)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30352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$473 ~ $943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769864"/>
            <a:ext cx="10698480" cy="960120"/>
          </a:xfrm>
          <a:prstGeom prst="roundRect">
            <a:avLst/>
          </a:prstGeom>
          <a:solidFill>
            <a:srgbClr val="332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843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＋α  Amazon Bedrock 모델 호출 비용 (토큰 과금, 사용량 비례)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153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Claude Sonnet 4 기준: 입력 $3/1M 토큰, 출력 $15/1M 토큰  |  월 5,000회 호출 × 평균 4K 토큰 시 약 $150~$300 추정  |  실제 비용은 대화 길이·모델 선택·도구 호출 빈도에 따라 크게 변동됩니다.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8214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⚠️ KB 미사용 시 OpenSearch Serverless 비용이 제거되어 월 $123~$243 수준으로 절감됩니다. NAT Gateway 비용 절감을 위해 VPC Endpoint 활용을 권장합니다.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90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PreChat 시스템 어드민 배포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</a:defRPr>
            </a:pPr>
            <a:r>
              <a:t>배포 순서:  Knowledge Base 구성  →  에이전트 배포  →  백엔드 배포  →  프론트엔드 배포</a:t>
            </a:r>
            <a:br/>
            <a:r>
              <a:t>시스템 구성:  에이전트 등록  →  캠페인 생성  →  UI 커스터마이징  →  운영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</a:defRPr>
            </a:pPr>
            <a:r>
              <a:t>Powered by Amazon Bedrock AgentCore  ·  Strands SDK  ·  AWS SAM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